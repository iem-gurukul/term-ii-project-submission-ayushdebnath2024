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1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4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489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3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2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03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028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24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1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96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72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6EA76E6-18BD-4D33-BF54-560AFA91A0A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23AB1616-F301-442D-B2FB-64787E37ED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699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CFF5-0EAE-23AB-AF76-AF414678F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Student Attendance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D8495-ED15-E36C-F495-9D4E4C2398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Java-Based Application using OOP &amp; File Handling</a:t>
            </a:r>
          </a:p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Ayush Debnath</a:t>
            </a:r>
          </a:p>
          <a:p>
            <a:r>
              <a:rPr lang="en-US" b="1" dirty="0"/>
              <a:t>Course:</a:t>
            </a:r>
            <a:br>
              <a:rPr lang="en-US" dirty="0"/>
            </a:br>
            <a:r>
              <a:rPr lang="en-US" dirty="0" err="1"/>
              <a:t>B.Tech</a:t>
            </a:r>
            <a:r>
              <a:rPr lang="en-US" dirty="0"/>
              <a:t> CSE (IoT)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77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9E784-6340-604E-621B-E20B9F7B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E0EB-F732-C88E-5FD2-2DC9C9BAB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Attendance tracking is essential in educational institutions </a:t>
            </a:r>
          </a:p>
          <a:p>
            <a:r>
              <a:rPr lang="en-US" dirty="0"/>
              <a:t>Manual attendance is time-consuming and error-prone </a:t>
            </a:r>
          </a:p>
          <a:p>
            <a:r>
              <a:rPr lang="en-US" dirty="0"/>
              <a:t>This project provides a </a:t>
            </a:r>
            <a:r>
              <a:rPr lang="en-US" b="1" dirty="0"/>
              <a:t>digital solution</a:t>
            </a:r>
            <a:r>
              <a:rPr lang="en-US" dirty="0"/>
              <a:t> </a:t>
            </a:r>
          </a:p>
          <a:p>
            <a:r>
              <a:rPr lang="en-US" dirty="0"/>
              <a:t>Built using </a:t>
            </a:r>
            <a:r>
              <a:rPr lang="en-US" b="1" dirty="0"/>
              <a:t>Java, OOP, and File Handling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42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6F71-14B4-F7B7-430E-B22D1C35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182209-E644-C9DA-ABEB-85094E2DA5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73734"/>
            <a:ext cx="105156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student records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daily 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attendance percentage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role-based system (Admin &amp; Teacher)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data permanently </a:t>
            </a:r>
          </a:p>
        </p:txBody>
      </p:sp>
    </p:spTree>
    <p:extLst>
      <p:ext uri="{BB962C8B-B14F-4D97-AF65-F5344CB8AC3E}">
        <p14:creationId xmlns:p14="http://schemas.microsoft.com/office/powerpoint/2010/main" val="29767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780C-21F0-509C-E10C-BF373023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E6074-3F18-29E6-8ED2-9A40A41C2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Java (Core Java) </a:t>
            </a:r>
          </a:p>
          <a:p>
            <a:r>
              <a:rPr lang="en-IN" dirty="0"/>
              <a:t>Object-Oriented Programming (OOP) </a:t>
            </a:r>
          </a:p>
          <a:p>
            <a:r>
              <a:rPr lang="en-IN" dirty="0"/>
              <a:t>File Handling (Buffered Reader, Buffered Writer) </a:t>
            </a:r>
          </a:p>
          <a:p>
            <a:r>
              <a:rPr lang="en-IN" dirty="0"/>
              <a:t>Data Structures (Array List, HashMap)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794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8AF7-4507-CA40-3741-F1830687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C592C1-3606-301B-02DE-991BF6297E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6131"/>
            <a:ext cx="10515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/ Remove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 Attendance (Day-wise)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Weekly Attendance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Student Report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System (Admin/Teacher)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Persistence (File Storage </a:t>
            </a:r>
          </a:p>
        </p:txBody>
      </p:sp>
    </p:spTree>
    <p:extLst>
      <p:ext uri="{BB962C8B-B14F-4D97-AF65-F5344CB8AC3E}">
        <p14:creationId xmlns:p14="http://schemas.microsoft.com/office/powerpoint/2010/main" val="626999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B9CC-9BB2-732F-F7B1-11F56B71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B39F1D-7B45-2688-87B6-B59C438913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5"/>
            <a:ext cx="105156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Layer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Layer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Manager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Layer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071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AAA7-668C-9F27-6653-AAA3E071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914"/>
            <a:ext cx="10515600" cy="1325563"/>
          </a:xfrm>
        </p:spPr>
        <p:txBody>
          <a:bodyPr/>
          <a:lstStyle/>
          <a:p>
            <a:r>
              <a:rPr lang="en-IN" dirty="0"/>
              <a:t>Class Diagram (Explain)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1D715-CEC3-F554-15AA-47F07EC1A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Classes used:</a:t>
            </a:r>
          </a:p>
          <a:p>
            <a:r>
              <a:rPr lang="en-IN" dirty="0"/>
              <a:t>Student </a:t>
            </a:r>
          </a:p>
          <a:p>
            <a:r>
              <a:rPr lang="en-IN" dirty="0"/>
              <a:t>Attendance </a:t>
            </a:r>
          </a:p>
          <a:p>
            <a:r>
              <a:rPr lang="en-IN" dirty="0"/>
              <a:t>Attendance Manager </a:t>
            </a:r>
          </a:p>
          <a:p>
            <a:r>
              <a:rPr lang="en-IN" dirty="0"/>
              <a:t>User </a:t>
            </a:r>
          </a:p>
          <a:p>
            <a:r>
              <a:rPr lang="en-IN" dirty="0"/>
              <a:t>Admin </a:t>
            </a:r>
          </a:p>
          <a:p>
            <a:r>
              <a:rPr lang="en-IN" dirty="0"/>
              <a:t>Teacher </a:t>
            </a:r>
          </a:p>
          <a:p>
            <a:pPr marL="0" indent="0">
              <a:buNone/>
            </a:pPr>
            <a:r>
              <a:rPr lang="en-IN" dirty="0"/>
              <a:t>Concept used:</a:t>
            </a:r>
          </a:p>
          <a:p>
            <a:r>
              <a:rPr lang="en-IN" dirty="0"/>
              <a:t>Inheritance </a:t>
            </a:r>
          </a:p>
          <a:p>
            <a:r>
              <a:rPr lang="en-IN" dirty="0"/>
              <a:t>Encapsulation </a:t>
            </a:r>
          </a:p>
          <a:p>
            <a:r>
              <a:rPr lang="en-IN" dirty="0"/>
              <a:t>Abstraction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589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5940-2839-0544-E0D5-6543A9A6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F7BC-D7F5-6AE4-FB18-74840663B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registers/login </a:t>
            </a:r>
          </a:p>
          <a:p>
            <a:r>
              <a:rPr lang="en-US" dirty="0"/>
              <a:t>Role is verified (Admin/Teacher) </a:t>
            </a:r>
          </a:p>
          <a:p>
            <a:r>
              <a:rPr lang="en-US" dirty="0"/>
              <a:t>Admin manages students </a:t>
            </a:r>
          </a:p>
          <a:p>
            <a:r>
              <a:rPr lang="en-US" dirty="0"/>
              <a:t>Teacher marks attendance </a:t>
            </a:r>
          </a:p>
          <a:p>
            <a:r>
              <a:rPr lang="en-US" dirty="0"/>
              <a:t>System calculates percentage </a:t>
            </a:r>
          </a:p>
          <a:p>
            <a:r>
              <a:rPr lang="en-US" dirty="0"/>
              <a:t>Reports are generated </a:t>
            </a:r>
          </a:p>
          <a:p>
            <a:r>
              <a:rPr lang="en-US" dirty="0"/>
              <a:t>Data saved to file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97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9D0C-0AF5-E79B-3A69-1FCC87C2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Attendance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E48E-F353-8E8C-84CB-17189A582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</a:t>
            </a:r>
            <a:r>
              <a:rPr lang="en-IN" b="1" dirty="0"/>
              <a:t>HashMap</a:t>
            </a:r>
          </a:p>
          <a:p>
            <a:pPr marL="0" indent="0">
              <a:buNone/>
            </a:pPr>
            <a:r>
              <a:rPr lang="en-IN" dirty="0" err="1"/>
              <a:t>studentId</a:t>
            </a:r>
            <a:r>
              <a:rPr lang="en-IN" dirty="0"/>
              <a:t> → (day → present/absent)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fr-FR" dirty="0"/>
              <a:t>101 → {Mon=ture, Tue=false}</a:t>
            </a:r>
          </a:p>
          <a:p>
            <a:pPr marL="0" indent="0">
              <a:buNone/>
            </a:pPr>
            <a:r>
              <a:rPr lang="en-IN" dirty="0"/>
              <a:t>Weekly percentage calculated using:</a:t>
            </a:r>
          </a:p>
          <a:p>
            <a:pPr marL="0" indent="0">
              <a:buNone/>
            </a:pPr>
            <a:r>
              <a:rPr lang="en-US" dirty="0"/>
              <a:t>(present days / total days) × 100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70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633F-19F0-B18B-401A-6EA32202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3BD7-B8CE-8FC6-D834-AE85AB86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students.txt → stores student data </a:t>
            </a:r>
          </a:p>
          <a:p>
            <a:r>
              <a:rPr lang="en-IN" dirty="0"/>
              <a:t>attendance.txt → stores attendance </a:t>
            </a:r>
          </a:p>
          <a:p>
            <a:r>
              <a:rPr lang="en-IN" dirty="0"/>
              <a:t>users.txt → stores login credentials </a:t>
            </a:r>
          </a:p>
          <a:p>
            <a:pPr marL="0" indent="0">
              <a:buNone/>
            </a:pPr>
            <a:r>
              <a:rPr lang="en-IN" dirty="0"/>
              <a:t> Advantage:</a:t>
            </a:r>
          </a:p>
          <a:p>
            <a:r>
              <a:rPr lang="en-IN" dirty="0"/>
              <a:t>Data remains saved even after program closes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0342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6DDA-782F-953F-F4A3-16E24F21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Login System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C0D5DAC-5CF0-6189-7B50-AC1259974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028616"/>
            <a:ext cx="1051559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register/login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Credentials stored in 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→ full control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 → limited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549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6259-C519-11D7-B3E9-DB4065FD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300D00-BED6-70F1-309F-13F6DB0A47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6229"/>
            <a:ext cx="10696074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student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 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report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 Ayush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Overall: 85%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Weekly: 78%</a:t>
            </a:r>
          </a:p>
        </p:txBody>
      </p:sp>
    </p:spTree>
    <p:extLst>
      <p:ext uri="{BB962C8B-B14F-4D97-AF65-F5344CB8AC3E}">
        <p14:creationId xmlns:p14="http://schemas.microsoft.com/office/powerpoint/2010/main" val="1970037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2016-99CA-0732-8237-A70D92EB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And Limitations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2A790-4562-CBF3-4FA2-140B4EF16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Advantages :</a:t>
            </a:r>
          </a:p>
          <a:p>
            <a:r>
              <a:rPr lang="en-US" dirty="0"/>
              <a:t>Easy to use </a:t>
            </a:r>
          </a:p>
          <a:p>
            <a:r>
              <a:rPr lang="en-US" dirty="0"/>
              <a:t>Reduces manual work </a:t>
            </a:r>
          </a:p>
          <a:p>
            <a:r>
              <a:rPr lang="en-US" dirty="0"/>
              <a:t>Accurate calculations </a:t>
            </a:r>
          </a:p>
          <a:p>
            <a:r>
              <a:rPr lang="en-US" dirty="0"/>
              <a:t>Scalable system </a:t>
            </a:r>
          </a:p>
          <a:p>
            <a:r>
              <a:rPr lang="en-US" dirty="0"/>
              <a:t>Real-world application </a:t>
            </a:r>
          </a:p>
          <a:p>
            <a:pPr marL="0" indent="0">
              <a:buNone/>
            </a:pPr>
            <a:r>
              <a:rPr lang="en-IN" dirty="0"/>
              <a:t>Limitations:</a:t>
            </a:r>
          </a:p>
          <a:p>
            <a:r>
              <a:rPr lang="en-US" dirty="0"/>
              <a:t>No database (file-based only) </a:t>
            </a:r>
          </a:p>
          <a:p>
            <a:r>
              <a:rPr lang="en-US" dirty="0"/>
              <a:t>No password encryption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65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8474-51C0-5211-9186-A450FC59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604969-2334-C964-CA16-2EFF50D9DF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1548" y="1890195"/>
            <a:ext cx="1051225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(MySQL integration)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encryption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Mobile/Web version </a:t>
            </a:r>
          </a:p>
        </p:txBody>
      </p:sp>
    </p:spTree>
    <p:extLst>
      <p:ext uri="{BB962C8B-B14F-4D97-AF65-F5344CB8AC3E}">
        <p14:creationId xmlns:p14="http://schemas.microsoft.com/office/powerpoint/2010/main" val="273359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1836-5E8F-44A2-4839-BDFCBD24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249824-C602-0374-BA22-8EC178BB6F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67789"/>
            <a:ext cx="10515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attendance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OOP concepts effectively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all project objectives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can be extended for real-world use </a:t>
            </a:r>
          </a:p>
        </p:txBody>
      </p:sp>
    </p:spTree>
    <p:extLst>
      <p:ext uri="{BB962C8B-B14F-4D97-AF65-F5344CB8AC3E}">
        <p14:creationId xmlns:p14="http://schemas.microsoft.com/office/powerpoint/2010/main" val="1109871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0</TotalTime>
  <Words>390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Wingdings</vt:lpstr>
      <vt:lpstr>Banded</vt:lpstr>
      <vt:lpstr>Student Attendance Management System</vt:lpstr>
      <vt:lpstr>Introduction</vt:lpstr>
      <vt:lpstr>Objectives</vt:lpstr>
      <vt:lpstr>Technologies Used</vt:lpstr>
      <vt:lpstr>System Features </vt:lpstr>
      <vt:lpstr>System Architecture</vt:lpstr>
      <vt:lpstr>Class Diagram (Explain)</vt:lpstr>
      <vt:lpstr>Working Flow</vt:lpstr>
      <vt:lpstr>Attendance Logic</vt:lpstr>
      <vt:lpstr>File Storage System</vt:lpstr>
      <vt:lpstr>Login System</vt:lpstr>
      <vt:lpstr>Sample Output</vt:lpstr>
      <vt:lpstr>Advantages And Limitations 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Debnath</dc:creator>
  <cp:lastModifiedBy>Ayush Debnath</cp:lastModifiedBy>
  <cp:revision>2</cp:revision>
  <dcterms:created xsi:type="dcterms:W3CDTF">2026-03-28T20:42:40Z</dcterms:created>
  <dcterms:modified xsi:type="dcterms:W3CDTF">2026-03-28T20:43:36Z</dcterms:modified>
</cp:coreProperties>
</file>